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6" r:id="rId5"/>
    <p:sldId id="267" r:id="rId6"/>
    <p:sldId id="259" r:id="rId7"/>
    <p:sldId id="268" r:id="rId8"/>
    <p:sldId id="260" r:id="rId9"/>
    <p:sldId id="269" r:id="rId10"/>
    <p:sldId id="261" r:id="rId11"/>
    <p:sldId id="270" r:id="rId12"/>
    <p:sldId id="262" r:id="rId13"/>
    <p:sldId id="263" r:id="rId14"/>
    <p:sldId id="26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6/20/2024</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6/20/2024</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6/20/2024</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6/20/2024</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6/20/2024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6/20/2024</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6/20/2024</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6/20/2024</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dirty="0"/>
              <a:t>Predicting Agriculture Using Naive Bayes Algorithm</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lstStyle/>
          <a:p>
            <a:pPr algn="just"/>
            <a:r>
              <a:rPr lang="en-US" dirty="0"/>
              <a:t>In this work, a precision agriculture model is presented to suggest farmers, which crop to cultivate according to field conditions. Focusing mainly on the agriculture in </a:t>
            </a:r>
            <a:r>
              <a:rPr lang="en-US" dirty="0" smtClean="0"/>
              <a:t>Indian </a:t>
            </a:r>
            <a:r>
              <a:rPr lang="en-US" dirty="0"/>
              <a:t>region, the model uses a Naïve Bayes classifier to recommend about the crop to the farmers. It also suggests which crop can be grown in a specific given environment.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lstStyle/>
          <a:p>
            <a:pPr algn="just"/>
            <a:r>
              <a:rPr lang="en-IN" dirty="0"/>
              <a:t>Extensive work has been done, and many ML algorithms have been applied in the agriculture sector. The biggest challenge in agriculture is to increase farm production and offer it to the end-user with the best possible price and quality. It is also observed that at least 50% of the farm produce gets wasted, and it never reaches the end-user. The proposed model suggests the methods for minimizing farm produce wastage.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algn="just"/>
            <a:r>
              <a:rPr lang="en-IN" dirty="0"/>
              <a:t>One of the recent works, S. </a:t>
            </a:r>
            <a:r>
              <a:rPr lang="en-IN" dirty="0" err="1"/>
              <a:t>Pavani</a:t>
            </a:r>
            <a:r>
              <a:rPr lang="en-IN" dirty="0"/>
              <a:t> et.al. presented a model where the crop yield is predicted using KNN algorithms by making the clusters. It has been shown that KNN clustering proved much better than SVM or regression.</a:t>
            </a:r>
          </a:p>
        </p:txBody>
      </p:sp>
    </p:spTree>
    <p:extLst>
      <p:ext uri="{BB962C8B-B14F-4D97-AF65-F5344CB8AC3E}">
        <p14:creationId xmlns:p14="http://schemas.microsoft.com/office/powerpoint/2010/main" val="33044270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err="1"/>
              <a:t>Nishant</a:t>
            </a:r>
            <a:r>
              <a:rPr lang="en-US" dirty="0"/>
              <a:t> et. al. predicted the crop yield for the specific year with the help of advanced regression techniques like </a:t>
            </a:r>
            <a:r>
              <a:rPr lang="en-US" dirty="0" err="1"/>
              <a:t>Enet</a:t>
            </a:r>
            <a:r>
              <a:rPr lang="en-US" dirty="0"/>
              <a:t>, Lasso and Kernel Ridge algorithms. The Stacking regression helped to enhance the accuracy of the algorithms.</a:t>
            </a:r>
            <a:endParaRPr lang="en-IN" dirty="0"/>
          </a:p>
          <a:p>
            <a:pPr algn="just"/>
            <a:endParaRPr lang="en-IN" dirty="0"/>
          </a:p>
        </p:txBody>
      </p:sp>
    </p:spTree>
    <p:extLst>
      <p:ext uri="{BB962C8B-B14F-4D97-AF65-F5344CB8AC3E}">
        <p14:creationId xmlns:p14="http://schemas.microsoft.com/office/powerpoint/2010/main" val="5164710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lstStyle/>
          <a:p>
            <a:pPr lvl="0" algn="just"/>
            <a:r>
              <a:rPr lang="en-US" dirty="0"/>
              <a:t>The main challenge faced in agriculture sector is the lack of knowledge about the changing variations in climate. Each crop has its own suitable climatic features. This can be handled with the help of precise farming techniques. The precision farming not only maintains the productivity of crops but also increases the yield rate of production.</a:t>
            </a:r>
            <a:endParaRPr lang="en-IN" dirty="0"/>
          </a:p>
          <a:p>
            <a:pPr algn="just"/>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The existing system which recommends crop yield is either hardware-based being costly to maintain, or not easily accessible. </a:t>
            </a:r>
            <a:endParaRPr lang="en-IN" dirty="0"/>
          </a:p>
          <a:p>
            <a:pPr lvl="0" algn="just"/>
            <a:r>
              <a:rPr lang="en-US" dirty="0"/>
              <a:t>Despite many solutions that have been recently proposed, there are still open challenges in creating a user-friendly application with respect to crop recommendation.</a:t>
            </a:r>
            <a:endParaRPr lang="en-IN" dirty="0"/>
          </a:p>
          <a:p>
            <a:pPr algn="just"/>
            <a:endParaRPr lang="en-IN" dirty="0"/>
          </a:p>
        </p:txBody>
      </p:sp>
    </p:spTree>
    <p:extLst>
      <p:ext uri="{BB962C8B-B14F-4D97-AF65-F5344CB8AC3E}">
        <p14:creationId xmlns:p14="http://schemas.microsoft.com/office/powerpoint/2010/main" val="38414047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fontScale="92500" lnSpcReduction="20000"/>
          </a:bodyPr>
          <a:lstStyle/>
          <a:p>
            <a:pPr lvl="0" algn="just"/>
            <a:r>
              <a:rPr lang="en-US" dirty="0"/>
              <a:t>In this project, we have proposed a model that addresses the existing issues. The novelty of the proposed system is to guide the farmers to maximize the crop yield as well as suggest the most profitable crop for the specific region. </a:t>
            </a:r>
            <a:endParaRPr lang="en-IN" dirty="0"/>
          </a:p>
          <a:p>
            <a:pPr lvl="0" algn="just"/>
            <a:r>
              <a:rPr lang="en-US" dirty="0"/>
              <a:t>The proposed model provides crop selection based on economic and environmental conditions, and benefit to maximize the crop yield that will subsequently help to meet the increasing demand for the country's food supplies. The proposed model predicts the crop yield by studying factors such as rainfall, temperature, area, season, soil type etc. The system also helps to determine the best time to use fertilizers. </a:t>
            </a:r>
            <a:endParaRPr lang="en-IN" dirty="0"/>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a:bodyPr>
          <a:lstStyle/>
          <a:p>
            <a:pPr lvl="0" algn="just"/>
            <a:r>
              <a:rPr lang="en-US" dirty="0"/>
              <a:t>The user provides an area under cultivation and soil type as inputs. According to the requirement, the model predicts the crop yield for a specific crop. The model also recommends the most profitable crop and suggests the right time to use the fertilizers.</a:t>
            </a:r>
            <a:endParaRPr lang="en-IN" dirty="0"/>
          </a:p>
          <a:p>
            <a:pPr lvl="0" algn="just"/>
            <a:r>
              <a:rPr lang="en-US" dirty="0"/>
              <a:t>The main objective is to obtain a better variety of crops that can be grown over the season. The proposed system would help to minimize the difficulties faced by farmers in choosing a crop and maximize the yield.</a:t>
            </a:r>
            <a:endParaRPr lang="en-IN" dirty="0"/>
          </a:p>
          <a:p>
            <a:pPr algn="just"/>
            <a:endParaRPr lang="en-IN" dirty="0"/>
          </a:p>
        </p:txBody>
      </p:sp>
    </p:spTree>
    <p:extLst>
      <p:ext uri="{BB962C8B-B14F-4D97-AF65-F5344CB8AC3E}">
        <p14:creationId xmlns:p14="http://schemas.microsoft.com/office/powerpoint/2010/main" val="3582389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lstStyle/>
          <a:p>
            <a:pPr lvl="0" algn="just"/>
            <a:r>
              <a:rPr lang="en-US" dirty="0"/>
              <a:t>The proposed model predicts the crop yield for the data sets of the given region. Integrating agriculture and ML will contribute to more enhancements in the agriculture sector by increasing the yields and optimizing the resources involved. The data from previous years are the key elements in forecasting current performance.</a:t>
            </a:r>
            <a:endParaRPr lang="en-IN" dirty="0"/>
          </a:p>
          <a:p>
            <a:pPr lvl="0" algn="just"/>
            <a:r>
              <a:rPr lang="en-US" dirty="0"/>
              <a:t>The proposed system uses recommender system to suggest the right time for using fertilizers.</a:t>
            </a:r>
            <a:endParaRPr lang="en-IN" dirty="0"/>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The methods in the proposed system includes increasing the yield of crops, real-time analysis of crops, selecting efficient parameters, making smarter decisions and getting better yield.</a:t>
            </a:r>
            <a:endParaRPr lang="en-IN" dirty="0"/>
          </a:p>
          <a:p>
            <a:pPr algn="just"/>
            <a:endParaRPr lang="en-IN" dirty="0"/>
          </a:p>
        </p:txBody>
      </p:sp>
    </p:spTree>
    <p:extLst>
      <p:ext uri="{BB962C8B-B14F-4D97-AF65-F5344CB8AC3E}">
        <p14:creationId xmlns:p14="http://schemas.microsoft.com/office/powerpoint/2010/main" val="36594926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090738"/>
            <a:ext cx="728662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dirty="0"/>
              <a:t>	4 GB</a:t>
            </a:r>
            <a:endParaRPr lang="en-IN" dirty="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a:t>Operating System 		</a:t>
            </a:r>
            <a:r>
              <a:rPr lang="en-US"/>
              <a:t>: </a:t>
            </a:r>
            <a:r>
              <a:rPr lang="en-US" smtClean="0"/>
              <a:t>Windows </a:t>
            </a:r>
            <a:r>
              <a:rPr lang="en-US" dirty="0"/>
              <a:t>10 / 11.</a:t>
            </a:r>
            <a:endParaRPr lang="en-IN" dirty="0"/>
          </a:p>
          <a:p>
            <a:pPr lvl="0"/>
            <a:r>
              <a:rPr lang="en-US" dirty="0"/>
              <a:t>Coding Language		:	Python 3.8.</a:t>
            </a:r>
            <a:endParaRPr lang="en-IN" dirty="0"/>
          </a:p>
          <a:p>
            <a:pPr lvl="0"/>
            <a:r>
              <a:rPr lang="en-US" dirty="0"/>
              <a:t>Web Framework		:	Flask.</a:t>
            </a:r>
            <a:endParaRPr lang="en-IN" dirty="0"/>
          </a:p>
          <a:p>
            <a:pPr lvl="0"/>
            <a:r>
              <a:rPr lang="en-US" dirty="0"/>
              <a:t>Frontend			: 	HTML, CSS, JavaScript.</a:t>
            </a:r>
            <a:endParaRPr lang="en-IN" dirty="0"/>
          </a:p>
          <a:p>
            <a:pPr marL="0" indent="0">
              <a:buNone/>
            </a:pP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6</TotalTime>
  <Words>656</Words>
  <Application>Microsoft Office PowerPoint</Application>
  <PresentationFormat>On-screen Show (4:3)</PresentationFormat>
  <Paragraphs>32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Median</vt:lpstr>
      <vt:lpstr>Predicting Agriculture Using Naive Bayes Algorithm</vt:lpstr>
      <vt:lpstr>ABSTRACT</vt:lpstr>
      <vt:lpstr>EXISTING SYSTEM</vt:lpstr>
      <vt:lpstr>PowerPoint Presentation</vt:lpstr>
      <vt:lpstr>PowerPoint Presentation</vt:lpstr>
      <vt:lpstr>DISADVANTAGES OF EXISTING SYSTEM</vt:lpstr>
      <vt:lpstr>PowerPoint Presentation</vt:lpstr>
      <vt:lpstr>PROPOSED SYSTEM</vt:lpstr>
      <vt:lpstr>PowerPoint Presentation</vt:lpstr>
      <vt:lpstr>ADVANTAGES OF PROPOSED SYSTEM</vt:lpstr>
      <vt:lpstr>PowerPoint Presentation</vt:lpstr>
      <vt:lpstr>SYSTEM ARCHITECTURE</vt:lpstr>
      <vt:lpstr>HARDWARE REQUIREMENTS</vt:lpstr>
      <vt:lpstr>SOFTWARE REQUIREMENTS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JPINFOTECH</cp:lastModifiedBy>
  <cp:revision>23</cp:revision>
  <dcterms:created xsi:type="dcterms:W3CDTF">2006-08-16T00:00:00Z</dcterms:created>
  <dcterms:modified xsi:type="dcterms:W3CDTF">2024-06-20T05:33:06Z</dcterms:modified>
</cp:coreProperties>
</file>